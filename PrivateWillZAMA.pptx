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3657600" cy="3657600"/>
          </a:xfrm>
          <a:prstGeom prst="ellipse">
            <a:avLst/>
          </a:prstGeom>
          <a:solidFill>
            <a:srgbClr val="6C47FF">
              <a:alpha val="18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777240"/>
            <a:ext cx="2743200" cy="292608"/>
          </a:xfrm>
          <a:prstGeom prst="rect">
            <a:avLst/>
          </a:prstGeom>
          <a:solidFill>
            <a:srgbClr val="6C47FF">
              <a:alpha val="30000"/>
            </a:srgbClr>
          </a:solidFill>
          <a:ln w="12700">
            <a:solidFill>
              <a:srgbClr val="6C47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5FF"/>
                </a:solidFill>
              </a:rPr>
              <a:t>CONFIDENTIAL ONCHAIN INHERITANCE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C4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2B0"/>
                </a:solidFill>
              </a:rPr>
              <a:t>Your wealth. Your terms. Fully encrypted.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C47FF">
              <a:alpha val="15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🏆  Tracks: FRESH CODE  •  Zama: Confidential Onchain Finance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C47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Web3 inheritance is broken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2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54864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Everything is Public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Blockchain balances, allocations, and beneficiaries are visible to anyone. No privacy exists by default.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2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651760" cy="54864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⚰️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Death = Frozen Funds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If you die suddenly with no plan, your crypto is locked forever. No court, no lawyer can help.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25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Multisig isn't Private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</a:rPr>
              <a:t>Safe/Gnosis multisig lets you set 2/3 signers — but everyone can see who gets what. Zero confidentiality.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FF"/>
                </a:solidFill>
              </a:rPr>
              <a:t>The gap: no tool lets you plan inheritance confidentially and automatically on-chain.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6C47FF">
              <a:alpha val="10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C47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PrivateWill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Encrypted. Automated. Trustless.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solidFill>
            <a:srgbClr val="6C47FF">
              <a:alpha val="28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FHE Encryption —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8470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Beneficiary amounts encrypted using Zama FHE — stored on-chain, invisible to everyone.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420624" cy="420624"/>
          </a:xfrm>
          <a:prstGeom prst="rect">
            <a:avLst/>
          </a:prstGeom>
          <a:solidFill>
            <a:srgbClr val="6C47FF">
              <a:alpha val="28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Dead Man's Switch —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Owner checks in regularly. Miss the deadline → will triggers automatically. No middlemen.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solidFill>
            <a:srgbClr val="6C47FF">
              <a:alpha val="28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273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USDC Inheritance —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273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Beneficiaries claim their confidential cUSDC allocation. Each sees only their own share.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420624" cy="420624"/>
          </a:xfrm>
          <a:prstGeom prst="rect">
            <a:avLst/>
          </a:prstGeom>
          <a:solidFill>
            <a:srgbClr val="6C47FF">
              <a:alpha val="28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9867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Fully On-Chain —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986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</a:rPr>
              <a:t>Smart contract enforces all rules. No lawyer, no bank, no trust required.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914400"/>
            <a:ext cx="2377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914400"/>
            <a:ext cx="54864" cy="475488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950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Owner Creates Will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389888"/>
            <a:ext cx="0" cy="301752"/>
          </a:xfrm>
          <a:prstGeom prst="line">
            <a:avLst/>
          </a:prstGeom>
          <a:noFill/>
          <a:ln w="12700">
            <a:solidFill>
              <a:srgbClr val="8892B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0" y="1691640"/>
            <a:ext cx="2377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691640"/>
            <a:ext cx="54864" cy="475488"/>
          </a:xfrm>
          <a:prstGeom prst="rect">
            <a:avLst/>
          </a:prstGeom>
          <a:solidFill>
            <a:srgbClr val="6C47FF"/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7282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 Amounts Encrypted (FHE)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167128"/>
            <a:ext cx="0" cy="301752"/>
          </a:xfrm>
          <a:prstGeom prst="line">
            <a:avLst/>
          </a:prstGeom>
          <a:noFill/>
          <a:ln w="12700">
            <a:solidFill>
              <a:srgbClr val="8892B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0" y="2468880"/>
            <a:ext cx="2377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468880"/>
            <a:ext cx="54864" cy="4754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5054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 Check-In Timer Starts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2944368"/>
            <a:ext cx="0" cy="301752"/>
          </a:xfrm>
          <a:prstGeom prst="line">
            <a:avLst/>
          </a:prstGeom>
          <a:noFill/>
          <a:ln w="12700">
            <a:solidFill>
              <a:srgbClr val="8892B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400800" y="3246120"/>
            <a:ext cx="2377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246120"/>
            <a:ext cx="54864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2826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 Miss Deadline → Trigger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3721608"/>
            <a:ext cx="0" cy="301752"/>
          </a:xfrm>
          <a:prstGeom prst="line">
            <a:avLst/>
          </a:prstGeom>
          <a:noFill/>
          <a:ln w="12700">
            <a:solidFill>
              <a:srgbClr val="8892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00800" y="4023360"/>
            <a:ext cx="237744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68F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023360"/>
            <a:ext cx="54864" cy="47548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0599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5. Beneficiaries Claim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C47FF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for users. Powerful under the hood.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974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6974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Traditional Will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Lawyer writes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Probate court needed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Months to execute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7398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Public record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1788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Only works in 1 jurisdiction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974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34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80160"/>
            <a:ext cx="269748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Crypto Multisig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2/3 signers required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8620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Anyone can see amounts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33009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Manual coordination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7398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Signer can go rogue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41788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</a:rPr>
              <a:t>✗  No auto-trigger on death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97480" cy="3566160"/>
          </a:xfrm>
          <a:prstGeom prst="rect">
            <a:avLst/>
          </a:prstGeom>
          <a:solidFill>
            <a:srgbClr val="0D1F14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80160"/>
            <a:ext cx="269748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PrivateWill 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Create once on-chain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8620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Amounts fully encrypted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330098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Auto-triggers on inactivity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9360" y="373989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Beneficiaries claim privately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417880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 No intermediary needed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FF"/>
                </a:solidFill>
              </a:rPr>
              <a:t>PrivateWill = the only solution that's automated, private, and trustless.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6C47FF">
              <a:alpha val="9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C47FF"/>
                </a:solidFill>
              </a:rPr>
              <a:t>THE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will should work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smart contract.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E5FF"/>
                </a:solidFill>
              </a:rPr>
              <a:t>Because it is 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017520"/>
            <a:ext cx="210312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9067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4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Private Allocations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3017520"/>
            <a:ext cx="210312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09067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4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Intermediaries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210312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6C47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09067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4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3657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Jurisdictions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6C47FF">
              <a:alpha val="12000"/>
            </a:srgbClr>
          </a:solidFill>
          <a:ln w="12700">
            <a:solidFill>
              <a:srgbClr val="6C4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https://github.com/ajaybutti/PrivateWill  •  Powered by Zama FHE  •  https://private-will.vercel.app/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PrivateWill</dc:title>
  <dc:subject>PptxGenJS Presentation</dc:subject>
  <dc:creator>PptxGenJS</dc:creator>
  <cp:lastModifiedBy>PptxGenJS</cp:lastModifiedBy>
  <cp:revision>1</cp:revision>
  <dcterms:created xsi:type="dcterms:W3CDTF">2026-03-30T11:45:33Z</dcterms:created>
  <dcterms:modified xsi:type="dcterms:W3CDTF">2026-03-30T11:45:33Z</dcterms:modified>
</cp:coreProperties>
</file>